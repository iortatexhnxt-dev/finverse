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describes the system as built on the status date, not a design.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00 to 05 so they sort in reading order in the BRD folder. 00 Start Here is the short version of this deck; 02 FRS and 03 workbook carry the same rows; 04 and 05 are the test plan traced to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Handover to development or build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built.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build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Business is already built: handover means the build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 The as-built refresh at the end of the build re-issues the set with the system as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27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New Business as built in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470 fields, 109 business rules, 525 messages, from the system as built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 and 20 (sign-off);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defect,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Handover to development or build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Build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 built from the system as built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defect,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defects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Handover to development or build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Build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8" cy="1732166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043" y="1325880"/>
            <a:ext cx="2601241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260" y="1325880"/>
            <a:ext cx="273154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2547" y="3566160"/>
            <a:ext cx="2382233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1352" y="3566160"/>
            <a:ext cx="161335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525 messages in chapter 15 and on the Messages sheet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insurer SFTP or API,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Built with a manual or file-based step now; the interface is a change request once the specification arrives.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are built on the assumptions of section 10.1.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set is built from the system as built and every screenshot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the business owner and by Finance, Compliance and BDOI IT for their parts.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Build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Handover to development: build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New Business is already built: handover means the build is frozen as signed and the approved deltas are scheduled.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Head, Marketing Business Services and System Support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first signatory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and sign their parts (booking and accounting, KYC and screening, interfaces and access)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
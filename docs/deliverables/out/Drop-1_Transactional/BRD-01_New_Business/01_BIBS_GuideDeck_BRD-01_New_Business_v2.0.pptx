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Content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delivered.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New Business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471 fields, 109 business rules, 525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68049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45" y="1325880"/>
            <a:ext cx="2492436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4793" y="132588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872" y="3566160"/>
            <a:ext cx="175358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719" y="3566160"/>
            <a:ext cx="2588622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525 messages in chapter 15 and on the Messages sheet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insurer SFTP or API,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manual or file-based step until the specification arrives; the interface is then a change request.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follow the assumptions of section 10.1; chapter 21 lists the proposed rules for confirmation.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the business owner and by Finance, Compliance and BDOI IT for their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Head, Marketing Business Services and System Support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first signatory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and sign their parts (booking and accounting, KYC and screening, interfaces and access)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
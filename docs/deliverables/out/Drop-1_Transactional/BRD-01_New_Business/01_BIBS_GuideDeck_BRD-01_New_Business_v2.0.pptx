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Content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(BRD-1 approval sheets: Fire and Motor BRD ID consolidation p.128-129; Workshop Addendum p.22 (copy p.44)).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(BRD-1 approval sheets: Fire and Motor BRD ID consolidation p.128-129; Workshop Addendum p.22 (copy p.44)).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iorta TechNXT project team: Project Manager, Business Analysis, test lead: Added for this set (author of the FRS set).</a:t>
            </a:r>
          </a:p>
          <a:p>
            <a:r>
              <a:t>Business Analyst, Enterprise Services Group - Business Project Services (BPS): Prepared by (p.128).</a:t>
            </a:r>
          </a:p>
          <a:p>
            <a:r>
              <a:t>Marketing Business Services and System Support (MBS), BU representatives: p.128; reviewer of the Workshop Addendum (p.22).</a:t>
            </a:r>
          </a:p>
          <a:p>
            <a:r>
              <a:t>Technical Support Unit (TSU), BU representatives: Added for this set (BU input named in the BRD revision log).</a:t>
            </a:r>
          </a:p>
          <a:p>
            <a:r>
              <a:t>Program Manager, Enterprise Services Group - Business Project Services (BPS): Reviewed by (p.22); Approved by (p.129).</a:t>
            </a:r>
          </a:p>
          <a:p>
            <a:r>
              <a:t>BDOI Information Technology Group (BDOI IT): Reviewed by (p.128).</a:t>
            </a:r>
          </a:p>
          <a:p>
            <a:r>
              <a:t>Compliance Officer: Added for this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Product Owner, Marketing Business System: Approved by (p.129, p.22).</a:t>
            </a:r>
          </a:p>
          <a:p>
            <a:r>
              <a:t>Unit Head - Processing: Approved by (p.22).</a:t>
            </a:r>
          </a:p>
          <a:p>
            <a:r>
              <a:t>Unit Head - Combank and Corbank: Approved by (p.129, p.22).</a:t>
            </a:r>
          </a:p>
          <a:p>
            <a:r>
              <a:t>Head - Retail Marketing: Approved by (p.129, p.22).</a:t>
            </a:r>
          </a:p>
          <a:p>
            <a:r>
              <a:t>Head of Institutional Banking, SM and BDO Accounts: Approved by (p.129).</a:t>
            </a:r>
          </a:p>
          <a:p>
            <a:r>
              <a:t>Head - Comptrollership: Approved by (p.129).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delivered.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27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New Business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472 fields, 109 business rules, 526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Screens and fields (FRS screen specifications; workbook Screen catalogue, Field register)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UH Combank and Corbank, Head Retail Marketing, Head Institutional Banking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rules and validations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TSU, BA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UH Combank and Corbank, Head Retail Marketing, Head Institutional Banking, Head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Messages and notifications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Documents and reports (slips, advices, service invoices, reports)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Head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Walkthroughs (end-to-end, screen by screen)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Proposed business rules and clarifications for confirmation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BA (BPS), MBS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user access and menus by persona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Test plan (04 workbook, 05 summary)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Specification (separate document, not part of the business sign-off)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team: Project Manager, Business Analysis, test lead (iorta TechNXT)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is complete and consistent as issued, traced to the BRD and to the screens; every comment is answered in the comments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Analyst, Enterprise Services Group - Business Project Services (BPS) (BDO Unibank ESG)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states the BRD requirements as written; every departure is listed in the proposed rules and clarifications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Marketing Business Services and System Support (MBS), BU representatives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screens, fields, rules and messages of New Business match the business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 (TSU), BU representatives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PRF, quotation slip, insurer terms and proposal slip screens match the business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Manager, Enterprise Services Group - Business Project Services (BPS) (BDO Unibank ESG)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Traceability of every BRD requirement to the set and completeness of the 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Information Technology Group (BDOI IT)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user access and menus, and the Technical Specification (a separate document); not the business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Compliance Officer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KYC, the screening hand-off and record retention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Marketing Business System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Owns the set and approves all of its contents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Processing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Payment, placement, issuance and booking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Combank and Corbank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quotations, PRFs and accounts of Combank and Corbank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Retail Marketing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 and accounts of Retail Marketing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of Institutional Banking, SM and BDO Accounts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 and accounts of the institutional accounts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Comptrollership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Booking entries, service invoices and the hand-off to Accounting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68049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45" y="1325880"/>
            <a:ext cx="2492436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4793" y="132588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872" y="3566160"/>
            <a:ext cx="1753583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532" y="3566160"/>
            <a:ext cx="2834997" cy="1874519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526 messages in FRS chapter 15 and on the Messages sheet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electronic channels to insurers (file transfer or system-to-system),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manual or file-based step until the specification arrives; the interface is then a change request.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follow the assumptions of section 10.1; chapter 21 lists the proposed rules for confirmation.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every signatory of the Who signs what matrix: prepared, input, reviewed and approved as on the BRD approval sheet; the Product Owner approves the whole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Input provider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Business Services and System Support (MBS); TSU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signs for the business input (BRD approval sheet: input)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 approves booking and accounting; Compliance reviews KYC and screening; BDOI IT reviews interfaces,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Analyst: the BRD as written; Program Manager: traceability and completeness;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
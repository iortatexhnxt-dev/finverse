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Content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Product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312 fields, 77 business rules, 261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FFFF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FFFF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22 (proposed rules for confirmation),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field-register.png"/>
          <p:cNvPicPr>
            <a:picLocks noChangeAspect="1"/>
          </p:cNvPicPr>
          <p:nvPr/>
        </p:nvPicPr>
        <p:blipFill>
          <a:blip r:embed="rId3"/>
          <a:stretch>
            <a:fillRect/>
          </a:stretch>
        </p:blipFill>
        <p:spPr>
          <a:xfrm>
            <a:off x="548640" y="1325880"/>
            <a:ext cx="7498079" cy="226257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8280702" y="1325880"/>
            <a:ext cx="131465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2272417" y="3566160"/>
            <a:ext cx="1962493"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7643719" y="3566160"/>
            <a:ext cx="258862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77 rules on the Business rules sheet and 261 messages in chapter 15 and on the Messages sheet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Items that belong to other sets</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belong to the Data Migration and Renewal sets.</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BIBS records each change for the transfer; the transfer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Items that belong to other sets</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with the data migration.</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each released version is sent to it;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change request.</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and by Finance and BDOI IT for their parts.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Set-up owner</a:t>
                      </a:r>
                    </a:p>
                  </a:txBody>
                  <a:tcPr marL="73152" marR="73152" marT="36576" marB="36576">
                    <a:solidFill>
                      <a:srgbClr val="E5F5FF"/>
                    </a:solidFill>
                  </a:tcPr>
                </a:tc>
                <a:tc>
                  <a:txBody>
                    <a:bodyPr/>
                    <a:lstStyle/>
                    <a:p>
                      <a:r>
                        <a:rPr sz="1000" b="0">
                          <a:solidFill>
                            <a:srgbClr val="4B4B4B"/>
                          </a:solidFill>
                          <a:latin typeface="Arial"/>
                        </a:rPr>
                        <a:t>Head, Marketing Business Services and System Support</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first signatory</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Review and sign their parts (rates, commission, incentives; interfaces and access)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Traceability to the BRD;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
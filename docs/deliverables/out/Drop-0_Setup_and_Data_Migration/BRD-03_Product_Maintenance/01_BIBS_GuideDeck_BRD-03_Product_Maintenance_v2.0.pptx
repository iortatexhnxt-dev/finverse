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Content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(BRD-3 approval sheets: main BRD p.34-35; Workshop Addendum p.8-9).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Group - Business Project Services (BPS): Prepared by (p.34, p.8).</a:t>
            </a:r>
          </a:p>
          <a:p>
            <a:r>
              <a:t>Technical Support Unit (TSU), BU representatives: Input provided by (p.34, p.8).</a:t>
            </a:r>
          </a:p>
          <a:p>
            <a:r>
              <a:t>Marketing Business System (MBS), BU representatives: Input provided by and Reviewed by (p.34, p.8).</a:t>
            </a:r>
          </a:p>
          <a:p>
            <a:r>
              <a:t>Program Manager, Enterprise Services Group - Business Project Services (BPS): Reviewed by (p.34, p.9).</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(p.34, p.9).</a:t>
            </a:r>
          </a:p>
          <a:p>
            <a:r>
              <a:t>Unit Head - Claims, Analytics, Risk Management, Reinsurance and Technical Underwriting: Approved by (p.35, p.9).</a:t>
            </a:r>
          </a:p>
          <a:p>
            <a:r>
              <a:t>Unit Head - Combank and Corbank: Approved by (p.35, p.9).</a:t>
            </a:r>
          </a:p>
          <a:p>
            <a:r>
              <a:t>Head - Retail Marketing: Approved by (p.35, p.9).</a:t>
            </a:r>
          </a:p>
          <a:p>
            <a:r>
              <a:t>Head - Corporate and Retail Marketing: Approved by (p.35).</a:t>
            </a:r>
          </a:p>
          <a:p>
            <a:r>
              <a:t>Head - Comptrollership: Approved by (p.35; marked not required on the addendum, p.9).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Product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324 fields, 81 business rules, 275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FFFF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FFFF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22 (proposed rules for confirmation),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MBS, Program Manager (BPS)</a:t>
                      </a:r>
                    </a:p>
                  </a:txBody>
                  <a:tcPr marL="73152" marR="73152" marT="36576" marB="36576">
                    <a:solidFill>
                      <a:srgbClr val="FFFFFF"/>
                    </a:solidFill>
                  </a:tcPr>
                </a:tc>
                <a:tc>
                  <a:txBody>
                    <a:bodyPr/>
                    <a:lstStyle/>
                    <a:p>
                      <a:r>
                        <a:rPr sz="900" b="0">
                          <a:solidFill>
                            <a:srgbClr val="4B4B4B"/>
                          </a:solidFill>
                          <a:latin typeface="Arial"/>
                        </a:rPr>
                        <a:t>Product Owner, UH Claims and TU, UH Combank and Corbank,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Business rules and validations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 BA (BPS)</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 Head Comptrollership</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(quotation slip, comparative, advisories, catalogue reports)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TSU,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UH Claims and TU</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MBS, TSU</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Interfaces, user access and menus by persona</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TSU, MBS</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MBS, TSU</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Head Comptrollership</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Technical Support Unit (TSU), BU representatives (BDOI)</a:t>
                      </a:r>
                    </a:p>
                  </a:txBody>
                  <a:tcPr marL="73152" marR="73152" marT="36576" marB="36576">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Marketing Business System (MBS), BU representatives (BDOI)</a:t>
                      </a:r>
                    </a:p>
                  </a:txBody>
                  <a:tcPr marL="73152" marR="73152" marT="36576" marB="36576">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TSU part: package requests, negotiation, requirements, advisories and expiry</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Retail Marketing (BDOI)</a:t>
                      </a:r>
                    </a:p>
                  </a:txBody>
                  <a:tcPr marL="73152" marR="73152" marT="36576" marB="36576">
                    <a:solidFill>
                      <a:srgbClr val="E5F5FF"/>
                    </a:solidFill>
                  </a:tcPr>
                </a:tc>
                <a:tc>
                  <a:txBody>
                    <a:bodyPr/>
                    <a:lstStyle/>
                    <a:p>
                      <a:r>
                        <a:rPr sz="900" b="0">
                          <a:solidFill>
                            <a:srgbClr val="4B4B4B"/>
                          </a:solidFill>
                          <a:latin typeface="Arial"/>
                        </a:rPr>
                        <a:t>Package requests, approvals and pricing for Retail Marketing</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Corporate and Retail Marketing (BDOI)</a:t>
                      </a:r>
                    </a:p>
                  </a:txBody>
                  <a:tcPr marL="73152" marR="73152" marT="36576" marB="36576">
                    <a:solidFill>
                      <a:srgbClr val="FFFFFF"/>
                    </a:solidFill>
                  </a:tcPr>
                </a:tc>
                <a:tc>
                  <a:txBody>
                    <a:bodyPr/>
                    <a:lstStyle/>
                    <a:p>
                      <a:r>
                        <a:rPr sz="900" b="0">
                          <a:solidFill>
                            <a:srgbClr val="4B4B4B"/>
                          </a:solidFill>
                          <a:latin typeface="Arial"/>
                        </a:rPr>
                        <a:t>Package requests, approvals and pricing for Corporate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Rates and taxes, commission rates and incentive criteria</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pic>
        <p:nvPicPr>
          <p:cNvPr id="9" name="Picture 8" descr="signoff-workbook-field-register.png"/>
          <p:cNvPicPr>
            <a:picLocks noChangeAspect="1"/>
          </p:cNvPicPr>
          <p:nvPr/>
        </p:nvPicPr>
        <p:blipFill>
          <a:blip r:embed="rId3"/>
          <a:stretch>
            <a:fillRect/>
          </a:stretch>
        </p:blipFill>
        <p:spPr>
          <a:xfrm>
            <a:off x="548640" y="1325880"/>
            <a:ext cx="7498079" cy="226257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8280702" y="1325880"/>
            <a:ext cx="131465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2269753" y="3566160"/>
            <a:ext cx="1967821"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7643719" y="3566160"/>
            <a:ext cx="258862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81 rules on the Business rules sheet and 275 messages in FRS chapter 15 and on the Messages sheet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Items that belong to other sets</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belong to the Data Migration and Renewal sets.</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BIBS records each change for the transfer; the transfer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Items that belong to other sets</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with the data migration.</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each released version is sent to it;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change request.</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Input provider and reviewer</a:t>
                      </a:r>
                    </a:p>
                  </a:txBody>
                  <a:tcPr marL="73152" marR="73152" marT="36576" marB="36576">
                    <a:solidFill>
                      <a:srgbClr val="E5F5FF"/>
                    </a:solidFill>
                  </a:tcPr>
                </a:tc>
                <a:tc>
                  <a:txBody>
                    <a:bodyPr/>
                    <a:lstStyle/>
                    <a:p>
                      <a:r>
                        <a:rPr sz="1000" b="0">
                          <a:solidFill>
                            <a:srgbClr val="4B4B4B"/>
                          </a:solidFill>
                          <a:latin typeface="Arial"/>
                        </a:rPr>
                        <a:t>Marketing Business System (MBS)</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signs for the business input and its review (BRD approval sheet)</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Comptrollership approves rates, commission and incentives; BDOI IT reviews interfaces, access and the Technical Specification, not the business screens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